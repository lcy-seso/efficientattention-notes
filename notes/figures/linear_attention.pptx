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32"/>
    <p:restoredTop sz="94719"/>
  </p:normalViewPr>
  <p:slideViewPr>
    <p:cSldViewPr snapToGrid="0" showGuides="1">
      <p:cViewPr varScale="1">
        <p:scale>
          <a:sx n="147" d="100"/>
          <a:sy n="147" d="100"/>
        </p:scale>
        <p:origin x="3928" y="19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05709-9FC3-8487-6FC3-2A872CFEF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472599-4538-255C-811F-373A1FFF8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408C4F-2C1E-20E8-861E-D73028B8B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B833-63BB-8A4C-A45A-03FEC04F1FD2}" type="datetimeFigureOut">
              <a:rPr kumimoji="1" lang="zh-CN" altLang="en-US" smtClean="0"/>
              <a:t>2024/7/8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872B54-C3BF-3892-7306-95CC9AB3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EA52B0-D4FC-50C9-F6CE-A5DB5CCC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C629D-D861-7248-8449-939236E791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864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67630-4796-7575-E9ED-1C2508B83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CFD443-C803-3224-8CC1-DB6A0EEC6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DF5DDE-266F-D736-5C62-BD62155C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B833-63BB-8A4C-A45A-03FEC04F1FD2}" type="datetimeFigureOut">
              <a:rPr kumimoji="1" lang="zh-CN" altLang="en-US" smtClean="0"/>
              <a:t>2024/7/8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887BCA-10FB-5230-0755-276355330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CF1AE8-BB5E-C9E5-86FC-B99337A48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C629D-D861-7248-8449-939236E791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8473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A4C2B-8187-B5BF-000A-BD0D46743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47545D-07A1-C9EA-F732-38BF38F30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F45C74-E7F0-8068-EC5D-A13A9AE71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B833-63BB-8A4C-A45A-03FEC04F1FD2}" type="datetimeFigureOut">
              <a:rPr kumimoji="1" lang="zh-CN" altLang="en-US" smtClean="0"/>
              <a:t>2024/7/8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7D541D-BC85-6E0C-38A3-F71854BC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901A5E-5AFA-6C55-F8A4-8083BC18A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C629D-D861-7248-8449-939236E791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737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232F9-01B9-6946-2B3B-1CE99172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622AD1-F92C-7F28-5428-0C5720466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0A1ECA-B523-A41B-0203-3A9B55594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8639F2-61EB-FADB-8F87-5D17BAC95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B833-63BB-8A4C-A45A-03FEC04F1FD2}" type="datetimeFigureOut">
              <a:rPr kumimoji="1" lang="zh-CN" altLang="en-US" smtClean="0"/>
              <a:t>2024/7/8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EF727A-3618-3C5A-9F3E-2619F72E6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C79D48-3E91-5893-8715-36084075D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C629D-D861-7248-8449-939236E791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748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BA38F-D47B-DAF8-957F-130E60D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81C1AB-9DBF-DFCF-BB88-F6A939C0E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B08E5D-5E07-3D69-D8BE-6824E35F5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38E462-31D2-AAD1-939B-1AF0BB14E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E2255E-E346-E05F-00A6-A7F6061FA4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0DD574-37C6-A5C9-8200-FB55390DF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B833-63BB-8A4C-A45A-03FEC04F1FD2}" type="datetimeFigureOut">
              <a:rPr kumimoji="1" lang="zh-CN" altLang="en-US" smtClean="0"/>
              <a:t>2024/7/8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8B0A7C-199D-C06A-FB0F-1C909348B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9A451F-B3A7-3918-9D2B-D4032711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C629D-D861-7248-8449-939236E791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3106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CD83C-5A8F-80D1-62CE-4A55C952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6D8E59-2379-EB11-2C98-324ED17D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B833-63BB-8A4C-A45A-03FEC04F1FD2}" type="datetimeFigureOut">
              <a:rPr kumimoji="1" lang="zh-CN" altLang="en-US" smtClean="0"/>
              <a:t>2024/7/8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8D4AFA-4EA5-2266-4F97-E8CCD0744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CFB470-59DC-91F8-E16C-436B9A39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C629D-D861-7248-8449-939236E791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078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881740-5623-D493-F041-0ACC3812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B833-63BB-8A4C-A45A-03FEC04F1FD2}" type="datetimeFigureOut">
              <a:rPr kumimoji="1" lang="zh-CN" altLang="en-US" smtClean="0"/>
              <a:t>2024/7/8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13543C-9F17-6226-0546-18E0F2B10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954727-BD82-7CE0-7DFA-C1E59EBF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C629D-D861-7248-8449-939236E791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642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A9FB01-9770-C824-7233-13072CEE1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43D139-4142-0316-ECBF-4A898C567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4755C9-27D7-1404-479D-878F7319E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096E88-D92D-5476-81B3-112BB311E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B833-63BB-8A4C-A45A-03FEC04F1FD2}" type="datetimeFigureOut">
              <a:rPr kumimoji="1" lang="zh-CN" altLang="en-US" smtClean="0"/>
              <a:t>2024/7/8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52AF6F-CCF2-60ED-4D3A-818F690A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8B4503-FE92-C9A7-2567-9E37DB6A6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C629D-D861-7248-8449-939236E791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2863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0F747-ED9D-2B67-264C-D74CE07D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17BD0EB-B469-9154-12B8-25FEDF70C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7E4584-6397-4B70-DA8B-4BA31161B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EB61B2-57BD-3160-D9C3-88E49B94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B833-63BB-8A4C-A45A-03FEC04F1FD2}" type="datetimeFigureOut">
              <a:rPr kumimoji="1" lang="zh-CN" altLang="en-US" smtClean="0"/>
              <a:t>2024/7/8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24DEE9-18BD-29F5-99AF-DD87B2E9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B295CA-2573-E6C6-4763-BA6EAD60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C629D-D861-7248-8449-939236E791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60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D7CA4F-5A95-5AC9-05BE-E07B35CE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FD8761-9AED-0FA1-7C6D-431E191A7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D9F459-BF47-7653-A18F-60EFD2AE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B833-63BB-8A4C-A45A-03FEC04F1FD2}" type="datetimeFigureOut">
              <a:rPr kumimoji="1" lang="zh-CN" altLang="en-US" smtClean="0"/>
              <a:t>2024/7/8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6ACFCD-2F19-B16F-AD81-09263AD7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39DC46-7026-E6ED-A9EA-D2D0155C1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C629D-D861-7248-8449-939236E791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271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6A82B7-75EA-C9EC-4B17-1441DC4617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2C184A-B64A-2D06-7F04-D620D43F1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BBF6A5-7195-D378-C872-9831B0C85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0B833-63BB-8A4C-A45A-03FEC04F1FD2}" type="datetimeFigureOut">
              <a:rPr kumimoji="1" lang="zh-CN" altLang="en-US" smtClean="0"/>
              <a:t>2024/7/8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EAF80A-81D1-A169-51CD-2EA5817A0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890FFE-9925-9819-8197-B9630F46D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C629D-D861-7248-8449-939236E791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1214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10B11C-12FC-2ED3-1480-2BE129F8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0DD8F0-E49C-D443-C3EA-A390CD1E1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CE5ABA-84E6-3DFF-37D2-9F4F087722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0B833-63BB-8A4C-A45A-03FEC04F1FD2}" type="datetimeFigureOut">
              <a:rPr kumimoji="1" lang="zh-CN" altLang="en-US" smtClean="0"/>
              <a:t>2024/7/8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AE2F7A-7640-5AF4-8EB8-64D9DF21D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D1B7CC-3C24-D72A-CB42-0D36F2C8C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C629D-D861-7248-8449-939236E791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474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C36334D-D384-26A6-9518-0DC8E18970F1}"/>
                  </a:ext>
                </a:extLst>
              </p:cNvPr>
              <p:cNvSpPr/>
              <p:nvPr/>
            </p:nvSpPr>
            <p:spPr>
              <a:xfrm>
                <a:off x="557349" y="3770811"/>
                <a:ext cx="748937" cy="220326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𝑄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C36334D-D384-26A6-9518-0DC8E18970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49" y="3770811"/>
                <a:ext cx="748937" cy="22032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F0B5C8C-754F-69FE-4FCE-61EE481386E1}"/>
                  </a:ext>
                </a:extLst>
              </p:cNvPr>
              <p:cNvSpPr/>
              <p:nvPr/>
            </p:nvSpPr>
            <p:spPr>
              <a:xfrm>
                <a:off x="1441269" y="2680062"/>
                <a:ext cx="2203269" cy="7489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𝐾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F0B5C8C-754F-69FE-4FCE-61EE481386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269" y="2680062"/>
                <a:ext cx="2203269" cy="7489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422D613-3FD1-AF52-F9B1-45137F45E113}"/>
                  </a:ext>
                </a:extLst>
              </p:cNvPr>
              <p:cNvSpPr/>
              <p:nvPr/>
            </p:nvSpPr>
            <p:spPr>
              <a:xfrm>
                <a:off x="3836126" y="1225731"/>
                <a:ext cx="748937" cy="220326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𝑉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422D613-3FD1-AF52-F9B1-45137F45E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126" y="1225731"/>
                <a:ext cx="748937" cy="22032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C206C-A365-D1C5-2565-A0D9CAA9899E}"/>
                  </a:ext>
                </a:extLst>
              </p:cNvPr>
              <p:cNvSpPr/>
              <p:nvPr/>
            </p:nvSpPr>
            <p:spPr>
              <a:xfrm>
                <a:off x="3836126" y="3770810"/>
                <a:ext cx="748937" cy="220326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𝑂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C206C-A365-D1C5-2565-A0D9CAA989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126" y="3770810"/>
                <a:ext cx="748937" cy="22032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9613F77D-43D6-0C2B-FEA4-29E77A6E1A77}"/>
              </a:ext>
            </a:extLst>
          </p:cNvPr>
          <p:cNvSpPr/>
          <p:nvPr/>
        </p:nvSpPr>
        <p:spPr>
          <a:xfrm>
            <a:off x="2129247" y="2680062"/>
            <a:ext cx="169817" cy="748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F1BEB8-5CE1-E39B-F3AD-BE9D7E146055}"/>
              </a:ext>
            </a:extLst>
          </p:cNvPr>
          <p:cNvSpPr/>
          <p:nvPr/>
        </p:nvSpPr>
        <p:spPr>
          <a:xfrm>
            <a:off x="3836126" y="1899251"/>
            <a:ext cx="748937" cy="1698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A298FF5-D7A8-7E85-83D5-04F6C623FE32}"/>
                  </a:ext>
                </a:extLst>
              </p:cNvPr>
              <p:cNvSpPr txBox="1"/>
              <p:nvPr/>
            </p:nvSpPr>
            <p:spPr>
              <a:xfrm>
                <a:off x="2051955" y="2310730"/>
                <a:ext cx="461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A298FF5-D7A8-7E85-83D5-04F6C623F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955" y="2310730"/>
                <a:ext cx="461554" cy="369332"/>
              </a:xfrm>
              <a:prstGeom prst="rect">
                <a:avLst/>
              </a:prstGeom>
              <a:blipFill>
                <a:blip r:embed="rId6"/>
                <a:stretch>
                  <a:fillRect r="-2703" b="-16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9A2D018-E5B3-745C-12A4-337EFCCC52CB}"/>
                  </a:ext>
                </a:extLst>
              </p:cNvPr>
              <p:cNvSpPr txBox="1"/>
              <p:nvPr/>
            </p:nvSpPr>
            <p:spPr>
              <a:xfrm>
                <a:off x="3461657" y="1764657"/>
                <a:ext cx="461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9A2D018-E5B3-745C-12A4-337EFCCC5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657" y="1764657"/>
                <a:ext cx="461554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>
            <a:extLst>
              <a:ext uri="{FF2B5EF4-FFF2-40B4-BE49-F238E27FC236}">
                <a16:creationId xmlns:a16="http://schemas.microsoft.com/office/drawing/2014/main" id="{80B0AF29-8AC0-37BA-6D22-E46C86A3437C}"/>
              </a:ext>
            </a:extLst>
          </p:cNvPr>
          <p:cNvSpPr/>
          <p:nvPr/>
        </p:nvSpPr>
        <p:spPr>
          <a:xfrm>
            <a:off x="557348" y="5260758"/>
            <a:ext cx="748937" cy="1698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348E3E3-26A9-2156-8E49-50FAC649CBA3}"/>
                  </a:ext>
                </a:extLst>
              </p:cNvPr>
              <p:cNvSpPr txBox="1"/>
              <p:nvPr/>
            </p:nvSpPr>
            <p:spPr>
              <a:xfrm>
                <a:off x="169816" y="5117455"/>
                <a:ext cx="461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348E3E3-26A9-2156-8E49-50FAC649C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16" y="5117455"/>
                <a:ext cx="461554" cy="369332"/>
              </a:xfrm>
              <a:prstGeom prst="rect">
                <a:avLst/>
              </a:prstGeom>
              <a:blipFill>
                <a:blip r:embed="rId8"/>
                <a:stretch>
                  <a:fillRect r="-2703"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DF691CE-0B5F-51C4-E628-26345BB52116}"/>
                  </a:ext>
                </a:extLst>
              </p:cNvPr>
              <p:cNvSpPr txBox="1"/>
              <p:nvPr/>
            </p:nvSpPr>
            <p:spPr>
              <a:xfrm>
                <a:off x="9897286" y="2309835"/>
                <a:ext cx="461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DF691CE-0B5F-51C4-E628-26345BB52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7286" y="2309835"/>
                <a:ext cx="461554" cy="369332"/>
              </a:xfrm>
              <a:prstGeom prst="rect">
                <a:avLst/>
              </a:prstGeom>
              <a:blipFill>
                <a:blip r:embed="rId9"/>
                <a:stretch>
                  <a:fillRect r="-2703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764AA410-DF38-B4F3-1AE0-3134786A3039}"/>
              </a:ext>
            </a:extLst>
          </p:cNvPr>
          <p:cNvSpPr/>
          <p:nvPr/>
        </p:nvSpPr>
        <p:spPr>
          <a:xfrm>
            <a:off x="9753596" y="2662532"/>
            <a:ext cx="748937" cy="1698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57AF90-EC28-B331-3811-E14D83C2D0C6}"/>
              </a:ext>
            </a:extLst>
          </p:cNvPr>
          <p:cNvSpPr/>
          <p:nvPr/>
        </p:nvSpPr>
        <p:spPr>
          <a:xfrm>
            <a:off x="9431380" y="2993456"/>
            <a:ext cx="169817" cy="748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CFF896B-4C3B-27C0-E344-6C5C2CF3E3E8}"/>
                  </a:ext>
                </a:extLst>
              </p:cNvPr>
              <p:cNvSpPr/>
              <p:nvPr/>
            </p:nvSpPr>
            <p:spPr>
              <a:xfrm>
                <a:off x="9753595" y="2993456"/>
                <a:ext cx="748937" cy="74893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CFF896B-4C3B-27C0-E344-6C5C2CF3E3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595" y="2993456"/>
                <a:ext cx="748937" cy="7489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07FE843-B492-E66F-06A9-DA2856D3E6C1}"/>
                  </a:ext>
                </a:extLst>
              </p:cNvPr>
              <p:cNvSpPr txBox="1"/>
              <p:nvPr/>
            </p:nvSpPr>
            <p:spPr>
              <a:xfrm>
                <a:off x="9078686" y="3183259"/>
                <a:ext cx="461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07FE843-B492-E66F-06A9-DA2856D3E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8686" y="3183259"/>
                <a:ext cx="461554" cy="369332"/>
              </a:xfrm>
              <a:prstGeom prst="rect">
                <a:avLst/>
              </a:prstGeom>
              <a:blipFill>
                <a:blip r:embed="rId11"/>
                <a:stretch>
                  <a:fillRect r="-2632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C27CBBF-4B23-7C60-012D-25F0119F35AB}"/>
                  </a:ext>
                </a:extLst>
              </p:cNvPr>
              <p:cNvSpPr/>
              <p:nvPr/>
            </p:nvSpPr>
            <p:spPr>
              <a:xfrm>
                <a:off x="8005356" y="2993456"/>
                <a:ext cx="748937" cy="74893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a:rPr kumimoji="1"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C27CBBF-4B23-7C60-012D-25F0119F35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356" y="2993456"/>
                <a:ext cx="748937" cy="7489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>
            <a:extLst>
              <a:ext uri="{FF2B5EF4-FFF2-40B4-BE49-F238E27FC236}">
                <a16:creationId xmlns:a16="http://schemas.microsoft.com/office/drawing/2014/main" id="{55902FB2-3A15-FE5C-0EA1-BA7FA8493466}"/>
              </a:ext>
            </a:extLst>
          </p:cNvPr>
          <p:cNvSpPr/>
          <p:nvPr/>
        </p:nvSpPr>
        <p:spPr>
          <a:xfrm>
            <a:off x="7660283" y="2993456"/>
            <a:ext cx="151305" cy="7489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527022D-A830-FFD7-5173-AB87D66CCBD2}"/>
                  </a:ext>
                </a:extLst>
              </p:cNvPr>
              <p:cNvSpPr txBox="1"/>
              <p:nvPr/>
            </p:nvSpPr>
            <p:spPr>
              <a:xfrm>
                <a:off x="7688584" y="3183259"/>
                <a:ext cx="461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527022D-A830-FFD7-5173-AB87D66CC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8584" y="3183259"/>
                <a:ext cx="46155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488FAEE-CA1B-B2B7-8ECD-9806F0C6FEB9}"/>
                  </a:ext>
                </a:extLst>
              </p:cNvPr>
              <p:cNvSpPr txBox="1"/>
              <p:nvPr/>
            </p:nvSpPr>
            <p:spPr>
              <a:xfrm>
                <a:off x="8769535" y="3183259"/>
                <a:ext cx="461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488FAEE-CA1B-B2B7-8ECD-9806F0C6F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535" y="3183259"/>
                <a:ext cx="46155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B68AE24E-B825-8889-B5EB-2E6E6013BD5D}"/>
              </a:ext>
            </a:extLst>
          </p:cNvPr>
          <p:cNvSpPr/>
          <p:nvPr/>
        </p:nvSpPr>
        <p:spPr>
          <a:xfrm>
            <a:off x="6360530" y="3283017"/>
            <a:ext cx="748937" cy="169817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3503A02-B243-C908-3412-8EDC88A8E147}"/>
                  </a:ext>
                </a:extLst>
              </p:cNvPr>
              <p:cNvSpPr txBox="1"/>
              <p:nvPr/>
            </p:nvSpPr>
            <p:spPr>
              <a:xfrm>
                <a:off x="6496597" y="2855988"/>
                <a:ext cx="461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3503A02-B243-C908-3412-8EDC88A8E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597" y="2855988"/>
                <a:ext cx="461554" cy="369332"/>
              </a:xfrm>
              <a:prstGeom prst="rect">
                <a:avLst/>
              </a:prstGeom>
              <a:blipFill>
                <a:blip r:embed="rId15"/>
                <a:stretch>
                  <a:fillRect r="-2703"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312FC32-ADB8-1474-4F26-9F47377E0524}"/>
                  </a:ext>
                </a:extLst>
              </p:cNvPr>
              <p:cNvSpPr txBox="1"/>
              <p:nvPr/>
            </p:nvSpPr>
            <p:spPr>
              <a:xfrm>
                <a:off x="7067010" y="3183259"/>
                <a:ext cx="461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kumimoji="1"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312FC32-ADB8-1474-4F26-9F47377E0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010" y="3183259"/>
                <a:ext cx="46155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双中括号 26">
            <a:extLst>
              <a:ext uri="{FF2B5EF4-FFF2-40B4-BE49-F238E27FC236}">
                <a16:creationId xmlns:a16="http://schemas.microsoft.com/office/drawing/2014/main" id="{4943CC6A-2EB3-0729-5C38-582C7DFC36D7}"/>
              </a:ext>
            </a:extLst>
          </p:cNvPr>
          <p:cNvSpPr/>
          <p:nvPr/>
        </p:nvSpPr>
        <p:spPr>
          <a:xfrm>
            <a:off x="7547070" y="2438289"/>
            <a:ext cx="3069770" cy="1466612"/>
          </a:xfrm>
          <a:prstGeom prst="bracketPair">
            <a:avLst>
              <a:gd name="adj" fmla="val 6116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FC989D1-6446-8FF0-A9F0-863EDC95FE08}"/>
              </a:ext>
            </a:extLst>
          </p:cNvPr>
          <p:cNvSpPr/>
          <p:nvPr/>
        </p:nvSpPr>
        <p:spPr>
          <a:xfrm>
            <a:off x="5131529" y="3283017"/>
            <a:ext cx="748937" cy="169817"/>
          </a:xfrm>
          <a:prstGeom prst="rect">
            <a:avLst/>
          </a:prstGeom>
          <a:solidFill>
            <a:srgbClr val="92D05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E2A9B37-957B-7212-8680-F7AB603E39F0}"/>
                  </a:ext>
                </a:extLst>
              </p:cNvPr>
              <p:cNvSpPr txBox="1"/>
              <p:nvPr/>
            </p:nvSpPr>
            <p:spPr>
              <a:xfrm>
                <a:off x="5252361" y="2855988"/>
                <a:ext cx="461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E2A9B37-957B-7212-8680-F7AB603E3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361" y="2855988"/>
                <a:ext cx="461554" cy="369332"/>
              </a:xfrm>
              <a:prstGeom prst="rect">
                <a:avLst/>
              </a:prstGeom>
              <a:blipFill>
                <a:blip r:embed="rId16"/>
                <a:stretch>
                  <a:fillRect r="-2703"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62403DE-A227-FE15-9355-43797A2BB5BF}"/>
                  </a:ext>
                </a:extLst>
              </p:cNvPr>
              <p:cNvSpPr txBox="1"/>
              <p:nvPr/>
            </p:nvSpPr>
            <p:spPr>
              <a:xfrm>
                <a:off x="5869581" y="3183259"/>
                <a:ext cx="461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62403DE-A227-FE15-9355-43797A2BB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581" y="3183259"/>
                <a:ext cx="461554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2DA6319B-B7FA-549F-AA21-61518BCB8F26}"/>
              </a:ext>
            </a:extLst>
          </p:cNvPr>
          <p:cNvSpPr txBox="1"/>
          <p:nvPr/>
        </p:nvSpPr>
        <p:spPr>
          <a:xfrm>
            <a:off x="6958151" y="1612259"/>
            <a:ext cx="3021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依赖于输入对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RNN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的历史状态进行衰减，这里和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mamba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很类似，通过一个双层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DNN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学习得到。</a:t>
            </a:r>
          </a:p>
        </p:txBody>
      </p:sp>
      <p:cxnSp>
        <p:nvCxnSpPr>
          <p:cNvPr id="37" name="曲线连接符 36">
            <a:extLst>
              <a:ext uri="{FF2B5EF4-FFF2-40B4-BE49-F238E27FC236}">
                <a16:creationId xmlns:a16="http://schemas.microsoft.com/office/drawing/2014/main" id="{1F0030D2-7D57-5192-E7A2-06AADDE7B320}"/>
              </a:ext>
            </a:extLst>
          </p:cNvPr>
          <p:cNvCxnSpPr>
            <a:cxnSpLocks/>
            <a:stCxn id="35" idx="2"/>
            <a:endCxn id="20" idx="0"/>
          </p:cNvCxnSpPr>
          <p:nvPr/>
        </p:nvCxnSpPr>
        <p:spPr>
          <a:xfrm rot="5400000">
            <a:off x="7735078" y="2259448"/>
            <a:ext cx="734866" cy="733150"/>
          </a:xfrm>
          <a:prstGeom prst="curved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5F538FA-8CF4-749E-0323-8CD3FFB1484A}"/>
                  </a:ext>
                </a:extLst>
              </p:cNvPr>
              <p:cNvSpPr txBox="1"/>
              <p:nvPr/>
            </p:nvSpPr>
            <p:spPr>
              <a:xfrm>
                <a:off x="5731334" y="4145840"/>
                <a:ext cx="28291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这个图里面</a:t>
                </a:r>
                <a:r>
                  <a:rPr kumimoji="1" lang="en-US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plot</a:t>
                </a:r>
                <a:r>
                  <a:rPr kumimoji="1" lang="zh-CN" altLang="en-US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的是向量形式的单个</a:t>
                </a:r>
                <a:r>
                  <a:rPr kumimoji="1" lang="en-US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query/</a:t>
                </a:r>
                <a:r>
                  <a:rPr kumimoji="1" lang="zh-CN" altLang="en-US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en-US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key/</a:t>
                </a:r>
                <a:r>
                  <a:rPr kumimoji="1" lang="zh-CN" altLang="en-US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en-US" altLang="zh-CN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value</a:t>
                </a:r>
                <a:r>
                  <a:rPr kumimoji="1" lang="zh-CN" altLang="en-US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进行计算的过程，这里的 </a:t>
                </a:r>
                <a14:m>
                  <m:oMath xmlns:m="http://schemas.openxmlformats.org/officeDocument/2006/math">
                    <m:r>
                      <a:rPr kumimoji="1" lang="zh-CN" altLang="en-US" sz="1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∗</m:t>
                    </m:r>
                  </m:oMath>
                </a14:m>
                <a:r>
                  <a:rPr kumimoji="1" lang="zh-CN" altLang="en-US" sz="12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的数据并行化之后都是矩阵乘。</a:t>
                </a:r>
              </a:p>
            </p:txBody>
          </p:sp>
        </mc:Choice>
        <mc:Fallback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5F538FA-8CF4-749E-0323-8CD3FFB1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334" y="4145840"/>
                <a:ext cx="2829192" cy="646331"/>
              </a:xfrm>
              <a:prstGeom prst="rect">
                <a:avLst/>
              </a:prstGeom>
              <a:blipFill>
                <a:blip r:embed="rId18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曲线连接符 38">
            <a:extLst>
              <a:ext uri="{FF2B5EF4-FFF2-40B4-BE49-F238E27FC236}">
                <a16:creationId xmlns:a16="http://schemas.microsoft.com/office/drawing/2014/main" id="{47EFDB5D-A7B4-DCDE-6DEB-E09290ED0E54}"/>
              </a:ext>
            </a:extLst>
          </p:cNvPr>
          <p:cNvCxnSpPr>
            <a:cxnSpLocks/>
            <a:stCxn id="38" idx="1"/>
            <a:endCxn id="26" idx="2"/>
          </p:cNvCxnSpPr>
          <p:nvPr/>
        </p:nvCxnSpPr>
        <p:spPr>
          <a:xfrm rot="10800000" flipH="1">
            <a:off x="5731333" y="3552592"/>
            <a:ext cx="1566453" cy="916415"/>
          </a:xfrm>
          <a:prstGeom prst="curvedConnector4">
            <a:avLst>
              <a:gd name="adj1" fmla="val -14593"/>
              <a:gd name="adj2" fmla="val 67632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曲线连接符 42">
            <a:extLst>
              <a:ext uri="{FF2B5EF4-FFF2-40B4-BE49-F238E27FC236}">
                <a16:creationId xmlns:a16="http://schemas.microsoft.com/office/drawing/2014/main" id="{3072DB1A-9063-6E3C-D5A9-ECE0F1F959E5}"/>
              </a:ext>
            </a:extLst>
          </p:cNvPr>
          <p:cNvCxnSpPr>
            <a:cxnSpLocks/>
            <a:stCxn id="38" idx="3"/>
            <a:endCxn id="21" idx="2"/>
          </p:cNvCxnSpPr>
          <p:nvPr/>
        </p:nvCxnSpPr>
        <p:spPr>
          <a:xfrm flipH="1" flipV="1">
            <a:off x="7919361" y="3552591"/>
            <a:ext cx="641165" cy="916415"/>
          </a:xfrm>
          <a:prstGeom prst="curvedConnector4">
            <a:avLst>
              <a:gd name="adj1" fmla="val -35654"/>
              <a:gd name="adj2" fmla="val 67632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473274F-A0DF-6C0B-1DF8-B7B923012086}"/>
                  </a:ext>
                </a:extLst>
              </p:cNvPr>
              <p:cNvSpPr txBox="1"/>
              <p:nvPr/>
            </p:nvSpPr>
            <p:spPr>
              <a:xfrm>
                <a:off x="7450177" y="3672732"/>
                <a:ext cx="7086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𝑔</m:t>
                      </m:r>
                      <m:sSub>
                        <m:sSubPr>
                          <m:ctrlPr>
                            <a:rPr kumimoji="1"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kumimoji="1"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𝑘</m:t>
                          </m:r>
                        </m:e>
                        <m:sub>
                          <m:r>
                            <a:rPr kumimoji="1"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473274F-A0DF-6C0B-1DF8-B7B923012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177" y="3672732"/>
                <a:ext cx="708649" cy="369332"/>
              </a:xfrm>
              <a:prstGeom prst="rect">
                <a:avLst/>
              </a:prstGeom>
              <a:blipFill>
                <a:blip r:embed="rId19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530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77</Words>
  <Application>Microsoft Macintosh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Calibri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Ying Cao</dc:creator>
  <cp:lastModifiedBy>Ying Cao</cp:lastModifiedBy>
  <cp:revision>9</cp:revision>
  <dcterms:created xsi:type="dcterms:W3CDTF">2024-06-20T02:41:18Z</dcterms:created>
  <dcterms:modified xsi:type="dcterms:W3CDTF">2024-07-08T07:22:51Z</dcterms:modified>
</cp:coreProperties>
</file>